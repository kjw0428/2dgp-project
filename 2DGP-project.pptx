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e482f2c02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e482f2c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e482f2c02_0_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e482f2c0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e482f2c02_0_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e482f2c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e482f2c02_0_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e482f2c0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e482f2c02_0_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e482f2c02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notesSlide" Target="../notesSlides/notesSlide6.xml" 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포켓 토너먼트 모작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2D 격투 게임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게임공학과 2022182009 김장운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게임 컨셉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핵심 컨셉</a:t>
            </a:r>
            <a:endParaRPr lang="ko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ko"/>
              <a:t>포켓몬스터와 철권이 결합된 대전 액션 게임, 포켓몬을 조작하여 2D공간에서 격투하며 상대를 물리치는 것이 핵심 컨셉입니다.</a:t>
            </a:r>
            <a:endParaRPr lang="ko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ko"/>
              <a:t>재미 요소</a:t>
            </a:r>
            <a:endParaRPr lang="ko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ko"/>
              <a:t>다양한 캐릭터 선택 가능, 캐릭터 별 고유한 기술 사용, 전략적인 움직임과 기술 사용으로 인한 다양한 </a:t>
            </a:r>
            <a:r>
              <a:rPr lang="ko-KR" altLang="en-US"/>
              <a:t>게임 진행 방식</a:t>
            </a:r>
            <a:r>
              <a:rPr lang="ko"/>
              <a:t>.</a:t>
            </a:r>
            <a:endParaRPr lang="ko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예상 게임 진행 흐름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캐릭터 선택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1P와 2P가 각각 조종할 캐릭터 선택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2675" y="1152470"/>
            <a:ext cx="4954475" cy="311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ko"/>
              <a:t>예상 게임 진행 흐름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게임 전투 화면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다양한 기술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공격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방어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점프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고유 기술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400" y="1262000"/>
            <a:ext cx="5881600" cy="29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 idx="0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/>
              <a:buNone/>
              <a:defRPr/>
            </a:pPr>
            <a:r>
              <a:rPr lang="ko"/>
              <a:t>예상 게임 진행 흐름</a:t>
            </a:r>
            <a:endParaRPr lang="ko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0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/>
              <a:t>게임 종료</a:t>
            </a:r>
            <a:endParaRPr lang="ko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"/>
              <a:t>HP가 0이 될 때까지 전투</a:t>
            </a:r>
            <a:endParaRPr lang="ko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25000"/>
              <a:buFont typeface="Arial"/>
              <a:buNone/>
              <a:defRPr/>
            </a:pPr>
            <a:r>
              <a:rPr lang="ko"/>
              <a:t>3판 2선승</a:t>
            </a:r>
            <a:r>
              <a:rPr lang="ko-KR" altLang="en-US"/>
              <a:t>제</a:t>
            </a:r>
            <a:endParaRPr lang="ko-KR" altLang="en-US"/>
          </a:p>
        </p:txBody>
      </p:sp>
      <p:pic>
        <p:nvPicPr>
          <p:cNvPr id="82" name="Google Shape;82;p17"/>
          <p:cNvPicPr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3733150" y="1152487"/>
            <a:ext cx="5410850" cy="30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개발 일정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1주차 - 캐릭터 스프라이트 정리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2주차 - 캐릭터 이동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3주차 - 기술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4주차 - 배경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5주차 - 충돌 처리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6주차 - UI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7주차 - 사운드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8주차 - 버그 수정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9주차 - 프로젝트 제출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108</ep:Words>
  <ep:PresentationFormat/>
  <ep:Paragraphs>32</ep:Paragraphs>
  <ep:Slides>6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Simple Light</vt:lpstr>
      <vt:lpstr>포켓 토너먼트 모작 2D 격투 게임</vt:lpstr>
      <vt:lpstr>게임 컨셉</vt:lpstr>
      <vt:lpstr>예상 게임 진행 흐름</vt:lpstr>
      <vt:lpstr>예상 게임 진행 흐름</vt:lpstr>
      <vt:lpstr>예상 게임 진행 흐름</vt:lpstr>
      <vt:lpstr>개발 일정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김연효</cp:lastModifiedBy>
  <dcterms:modified xsi:type="dcterms:W3CDTF">2025-09-30T23:46:20.791</dcterms:modified>
  <cp:revision>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